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8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ng Yee" userId="720e89cc-8d49-4bea-9062-cce09b279b9b" providerId="ADAL" clId="{2E4664FD-1771-4D59-88EF-615813002ABC}"/>
    <pc:docChg chg="undo custSel addSld delSld modSld sldOrd">
      <pc:chgData name="Kheng Yee" userId="720e89cc-8d49-4bea-9062-cce09b279b9b" providerId="ADAL" clId="{2E4664FD-1771-4D59-88EF-615813002ABC}" dt="2026-02-28T14:37:28.738" v="170" actId="20577"/>
      <pc:docMkLst>
        <pc:docMk/>
      </pc:docMkLst>
      <pc:sldChg chg="modSp mod">
        <pc:chgData name="Kheng Yee" userId="720e89cc-8d49-4bea-9062-cce09b279b9b" providerId="ADAL" clId="{2E4664FD-1771-4D59-88EF-615813002ABC}" dt="2026-02-28T14:37:00.768" v="129" actId="20577"/>
        <pc:sldMkLst>
          <pc:docMk/>
          <pc:sldMk cId="1867156513" sldId="256"/>
        </pc:sldMkLst>
        <pc:spChg chg="mod">
          <ac:chgData name="Kheng Yee" userId="720e89cc-8d49-4bea-9062-cce09b279b9b" providerId="ADAL" clId="{2E4664FD-1771-4D59-88EF-615813002ABC}" dt="2026-02-28T14:37:00.768" v="129" actId="20577"/>
          <ac:spMkLst>
            <pc:docMk/>
            <pc:sldMk cId="1867156513" sldId="256"/>
            <ac:spMk id="2" creationId="{BCD769A3-0C2B-493B-4ED0-1B9F4D0ABA70}"/>
          </ac:spMkLst>
        </pc:spChg>
      </pc:sldChg>
      <pc:sldChg chg="modSp mod">
        <pc:chgData name="Kheng Yee" userId="720e89cc-8d49-4bea-9062-cce09b279b9b" providerId="ADAL" clId="{2E4664FD-1771-4D59-88EF-615813002ABC}" dt="2026-02-28T14:37:18.632" v="155" actId="20577"/>
        <pc:sldMkLst>
          <pc:docMk/>
          <pc:sldMk cId="4275783560" sldId="257"/>
        </pc:sldMkLst>
        <pc:spChg chg="mod">
          <ac:chgData name="Kheng Yee" userId="720e89cc-8d49-4bea-9062-cce09b279b9b" providerId="ADAL" clId="{2E4664FD-1771-4D59-88EF-615813002ABC}" dt="2026-02-28T14:37:18.632" v="155" actId="20577"/>
          <ac:spMkLst>
            <pc:docMk/>
            <pc:sldMk cId="4275783560" sldId="257"/>
            <ac:spMk id="2" creationId="{FB0B2F75-961A-0FBC-855B-6CA0086AEC11}"/>
          </ac:spMkLst>
        </pc:spChg>
      </pc:sldChg>
      <pc:sldChg chg="modSp mod">
        <pc:chgData name="Kheng Yee" userId="720e89cc-8d49-4bea-9062-cce09b279b9b" providerId="ADAL" clId="{2E4664FD-1771-4D59-88EF-615813002ABC}" dt="2026-02-28T14:37:28.738" v="170" actId="20577"/>
        <pc:sldMkLst>
          <pc:docMk/>
          <pc:sldMk cId="3980063453" sldId="272"/>
        </pc:sldMkLst>
        <pc:spChg chg="mod">
          <ac:chgData name="Kheng Yee" userId="720e89cc-8d49-4bea-9062-cce09b279b9b" providerId="ADAL" clId="{2E4664FD-1771-4D59-88EF-615813002ABC}" dt="2026-02-28T14:37:28.738" v="170" actId="20577"/>
          <ac:spMkLst>
            <pc:docMk/>
            <pc:sldMk cId="3980063453" sldId="272"/>
            <ac:spMk id="2" creationId="{F35B25F2-EA4B-4819-15D5-D4B7506F14E3}"/>
          </ac:spMkLst>
        </pc:spChg>
      </pc:sldChg>
      <pc:sldChg chg="add del">
        <pc:chgData name="Kheng Yee" userId="720e89cc-8d49-4bea-9062-cce09b279b9b" providerId="ADAL" clId="{2E4664FD-1771-4D59-88EF-615813002ABC}" dt="2026-02-28T14:36:42.314" v="87" actId="47"/>
        <pc:sldMkLst>
          <pc:docMk/>
          <pc:sldMk cId="582825197" sldId="275"/>
        </pc:sldMkLst>
      </pc:sldChg>
      <pc:sldChg chg="add del">
        <pc:chgData name="Kheng Yee" userId="720e89cc-8d49-4bea-9062-cce09b279b9b" providerId="ADAL" clId="{2E4664FD-1771-4D59-88EF-615813002ABC}" dt="2026-02-28T14:36:43.158" v="88" actId="47"/>
        <pc:sldMkLst>
          <pc:docMk/>
          <pc:sldMk cId="1252717765" sldId="276"/>
        </pc:sldMkLst>
      </pc:sldChg>
      <pc:sldChg chg="add del">
        <pc:chgData name="Kheng Yee" userId="720e89cc-8d49-4bea-9062-cce09b279b9b" providerId="ADAL" clId="{2E4664FD-1771-4D59-88EF-615813002ABC}" dt="2026-02-28T14:36:41.486" v="86" actId="47"/>
        <pc:sldMkLst>
          <pc:docMk/>
          <pc:sldMk cId="4240103397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2391-FD63-2791-C6B1-238FA3401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56915-3790-26A4-98EA-0EA711EDE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63265-DE50-1FA7-99C8-F7C97B98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352-DA2D-02B1-4569-2433AFED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BD713-DCF8-F530-8D87-914AFDB3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878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4DC9-504D-71EB-840E-0E4ACD9E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F054-445C-7D66-6AF9-7C8A5FB91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5E30A-5A45-2728-9AE7-5AC83092E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8ED5-BDAD-7A8F-28EA-CAB48ECB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867A4-CB3A-BAA3-8932-2CF03867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259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8DD2-307F-3655-072D-2D33D5F1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C4CD7-44CD-3152-6548-7162A497D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266C-CB2E-BE80-E88A-0566C6E0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561B0-382C-EDBE-84BB-BBF13A00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E5718-9E42-6B25-F1A4-2EE49C22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8343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280B-A645-849D-A6E3-3849D3EB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89AB-AB82-20AB-C013-DD73FEAA4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32BA9-9F32-FEAF-9D2B-207B02E41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CE0F4-E70F-2FF2-F1D2-AB0A73E2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13319-ACF1-6FC9-B315-D0D03C00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02538-1974-A25D-0527-DB296E92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2590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761E-E937-7339-7B1A-FF2E2F44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0E320-8303-C8A7-A5CE-90EE9FED7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C460F-0D14-714C-09E7-3FC56908D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05B24-80E4-1E4E-78A5-C9D8FC1E2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98A35-467E-1B33-0EE0-8D23A4B24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857AB-73F1-9EAA-FC6A-09024FF3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E7BB7-FA0F-53AC-20AE-B48B4F6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142E0C-6B09-FC5F-F09B-51E43816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7412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7DAD-777F-D660-C55D-88327F20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03BC9-FD42-DF91-326D-7EDA484F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40B62-B905-C544-5F76-5D286422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AA2B3-B421-7786-F1C4-621A15C7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41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EB158-F22C-3C24-9C3E-1DB5887F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8B4B6-82D2-5868-1966-85AE9E3A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D5112-6982-D916-87AA-9A72EA95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94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E83E-0881-DD4D-2094-785B85872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54243-672B-185E-E3A7-C7C55717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C3CC0-1A0B-00B7-D47B-99E242AFF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8039F-789C-1C3E-E872-A395FD16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C707B-4DBA-5F98-FBFC-8D2F773D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64602-DF3E-9A9B-959A-3625F467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1219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AAC4-FA79-EA61-A714-C4EB6985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188B5-8106-5D8F-7A23-0B277B72F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14119-A557-81E1-309B-A269B0E2E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D1684-A504-0388-E4A6-BB67B7DE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59B86-152F-165D-613C-FB0D2E68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E47B4-7B6D-A67D-B0D4-D1A019B1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9220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85A2-EF62-45A1-F821-B30AF206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5512B-DE69-0592-0E14-A2940AAAB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E7FEC-916D-B956-38D7-776A8C2D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EA459-DD41-1A7C-F87D-A6B6C452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83A95-2134-ED0D-A83B-023A2C0D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4560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C89E0-B41A-DE9A-CA61-926A3DCF1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469F7-D8C2-D918-1296-194BF7B9B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3EF3-9B87-4B8C-BA7F-65442F69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C2902-7366-6C19-510E-829D5797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B4815-78E7-3F50-52E9-D1E6D038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2398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517FA-C114-67E3-6E72-C38E94A4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66AB8-58AD-E182-19B9-290509166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655E3-8A87-8116-24B2-5F70C67C72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C4214-B9FF-49E1-B949-60BCCD4E6621}" type="datetimeFigureOut">
              <a:rPr lang="en-MY" smtClean="0"/>
              <a:t>28/2/2026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9F60E-501E-133F-4D7D-2FEEDCE02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EA188-E453-B891-E78E-46BA1B17C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85329-3C1D-4EFA-AC29-D95603BB10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2431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69A3-0C2B-493B-4ED0-1B9F4D0ABA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VS Code &amp; Python Installation Guide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EEAD1-BEA6-1405-D78C-B68BC466FF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715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2F75-961A-0FBC-855B-6CA0086A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VS Code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7887-EA15-EAB9-B379-41D839CCA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>
                <a:hlinkClick r:id="rId2"/>
              </a:rPr>
              <a:t>https://code.visualstudio.com/</a:t>
            </a:r>
            <a:r>
              <a:rPr lang="en-MY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578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1116-69DE-5A21-A277-DBE87D7A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9CEBF-3367-400C-2C6F-9337F96F1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194" y="162838"/>
            <a:ext cx="8423901" cy="60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8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D7AE-81FC-3564-1059-9C07B1BD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2294DD-0B3F-D13E-992B-7F56C276A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097" y="66580"/>
            <a:ext cx="9418079" cy="672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4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8C86-5F80-1DED-602C-F889FA30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F8564-B820-E402-5DA8-268D566F7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012" y="2004166"/>
            <a:ext cx="10865887" cy="275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9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2C96-1EC0-5282-0CE0-B82A6A7B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BF79B1-76E1-0631-F318-DFCC4571B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966" y="-1"/>
            <a:ext cx="8896283" cy="671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7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330D-9109-D80B-1029-AF4D9822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6D23A-90B9-B258-5725-D900FA9E2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227" y="365124"/>
            <a:ext cx="8688965" cy="654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6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1D5A-952D-298F-DCF4-25B2594D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93453-DADE-C12E-E946-CD7279545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049" y="479548"/>
            <a:ext cx="7939720" cy="601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1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E66E-28B0-2580-3B5B-FA0ACFD7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C39893-9BD1-5395-DBF3-FDC572E42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847" y="270166"/>
            <a:ext cx="8282918" cy="631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4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2053-1E46-BD80-1349-876AC325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A11AB-4674-0C19-3D66-56B8F6210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563" y="224477"/>
            <a:ext cx="8376733" cy="640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32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0E12-F206-FC97-608E-9F5C9250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CB5EB2-E664-3582-CD2E-2BCDC4DBF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572" y="576196"/>
            <a:ext cx="8036417" cy="609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8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D236-A839-6664-2619-956EC835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1A13CF-B8A4-9324-EDD6-2C4459735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3347" y="1825625"/>
            <a:ext cx="57453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5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0E26-BBBC-BB22-5061-D1C47636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6260C3-303F-D8B4-252E-FF7845920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4188" y="1825625"/>
            <a:ext cx="77836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79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850C-765E-DE02-A0A5-6EF6AFF5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C305F5-1DD4-83F9-C8BC-061F807E5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3433" y="1825625"/>
            <a:ext cx="33251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0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9EF22-DD0A-8A36-19C9-8FD104F3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C3F544-DFE8-CDC0-FB69-57C8A790C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1838" y="1825625"/>
            <a:ext cx="40683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59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6B64-7D61-1627-51FE-59CC226A0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7B73F0-4265-FFC0-859E-7899F1E0C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232" y="4607939"/>
            <a:ext cx="5439534" cy="1362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AA878-421B-4765-09D2-69033A221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467" y="2303404"/>
            <a:ext cx="7259063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25F2-EA4B-4819-15D5-D4B7506F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Python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96D6-CEF9-2E73-4129-2D8DA0799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>
                <a:hlinkClick r:id="rId2"/>
              </a:rPr>
              <a:t>https://www.python.org/downloads/</a:t>
            </a:r>
            <a:r>
              <a:rPr lang="en-MY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0063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6BE7-48E0-2ACF-D54F-45B162AD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62434-2AF2-1011-690F-9D354B968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8646" y="1825625"/>
            <a:ext cx="61147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88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0C5DA-EA0F-8F2C-A767-2FBF2BFE3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6B1C-8B97-19B4-1CB5-1CFB701A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3DFE6D-CFD9-2EE9-1FF3-6F0A07158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3951" y="1825625"/>
            <a:ext cx="58240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3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7E9B-8F53-D180-0180-6C268EF3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2C09-C15C-0E2C-0274-F681A253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2CD4A1-29BD-0366-43E4-2839CE94E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7482" y="1825625"/>
            <a:ext cx="54170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1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29</Words>
  <Application>Microsoft Office PowerPoint</Application>
  <PresentationFormat>Widescreen</PresentationFormat>
  <Paragraphs>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VS Code &amp; Python Installation Guide</vt:lpstr>
      <vt:lpstr>Download VS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Download Python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Kheng Yee</dc:creator>
  <cp:lastModifiedBy>Kheng Yee</cp:lastModifiedBy>
  <cp:revision>1</cp:revision>
  <dcterms:created xsi:type="dcterms:W3CDTF">2026-01-24T13:52:06Z</dcterms:created>
  <dcterms:modified xsi:type="dcterms:W3CDTF">2026-02-28T14:37:37Z</dcterms:modified>
</cp:coreProperties>
</file>